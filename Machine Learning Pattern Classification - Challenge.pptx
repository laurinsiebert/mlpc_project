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8F195-9108-AD28-1701-D0507B96C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82C7E-88A4-4625-1062-E5854BF55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C65F-75F8-917A-F063-15F1B38E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7F66-75AD-77EE-66A7-A1485F02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CFC77-6DD3-0C32-EB01-BCC7F9D4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3505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CEEA-C8B0-F9B3-C773-371CD1CE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2B23-61ED-D7C2-AA19-4DA559FC2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0DFA-4F20-396F-E201-8FA1617D8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C4C0-250C-1707-356C-93146E605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7DE3-20B3-4D1C-E368-5145B9C0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6109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EED3-6127-E22C-2FB3-CDD78FAF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5F62-259B-5B30-54D9-0E1F2817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F8150-BDE6-492B-EEA8-FC8BB9C6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A7053-2443-4D44-3EA6-4F89E7D0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A3BAE-1FD7-8569-A2C3-0CDF3D77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5611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9E50-88A3-E8F3-B987-8A334670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6462-B9EC-AC47-7C71-136AF699C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E8176-1849-2FDC-05E9-04438B733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54327-3273-5186-784D-590FDB77A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DB7CB-539E-DED1-305B-3E8A1C90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9A583-7BCA-885F-8FAE-83A83E5D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14007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AE75-E0F0-D7C2-E6CF-5B268908C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4E0C7-D7ED-1AF6-58C7-CC5C6AC7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0907E-C233-CDCD-46DB-B728EB901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702F2-9A35-1171-A2F4-17727E7FC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3E733-597E-DED7-CFD0-4126F39FC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BDCAC-A5B8-C677-60A4-66F35E0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90FADF-4388-8345-B8B1-1523629E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A6F86-9AA4-9684-D283-929FB587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9743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E188-2175-BF7C-D86B-177767E32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99E79-65C8-5AEC-58AB-069BD48F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4F5B0-4D98-2DA1-64CA-03027B83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4CAAF-8FC2-ED8D-C711-65FA3557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06203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FD981-C019-FABE-D567-948C655D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5074E-3495-433F-B610-ADBB77436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D6805-48A7-DB38-77FB-F44625F0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74515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FA33-9E0E-AE22-62E5-EB771B14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32B16-91B0-9C76-3656-716804686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4C0FA-C8E5-7278-00AF-33587BE4F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B38DB-7204-AE4B-1AF9-5E5080171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0EBC1-136C-B491-D1E4-8B130724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D7A1A-431E-3D7F-5179-6728C1A2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1817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6C693-640B-E5B0-9B5A-3F2F3A2C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FED88-776C-8A00-26A8-316C438F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E5B9-C1BE-55BB-E2C9-6EED4DAE0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39DDE-90B9-FDC9-56DD-7F89A515A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DB394-C2A0-E08B-FFD2-11D4ACE1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33E16-083B-0F2B-6CA3-2D190901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82584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A114E-BEE2-6826-8F20-1C2983D9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5C0CC-7838-1E23-EDDE-CF2172D0D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B5240-3087-C26B-5974-84203740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0CA31-4496-C975-AA0C-C652CDED8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08504-3EEE-7F03-FCA8-FE374280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7640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DA706-5D7B-C69D-2C37-82CEBCE3E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714FE-E75C-D323-6ED2-194BD67B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2FC6-26C4-D428-D20F-FC0A26FC6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CA0D4-1ED3-A71C-F27F-84E74DF91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EBE21-717A-2E03-F7BC-2ED27218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5676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E89B0-1C82-E260-2A00-3F0363C1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FAF5D-B5C8-D62D-1DBE-5023EEF09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4D06-E00E-A180-29B4-D8C84629C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C09F74-E1B9-4059-A170-7C2DB41A6ACC}" type="datetimeFigureOut">
              <a:rPr lang="en-150" smtClean="0"/>
              <a:t>14/06/2026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835E3-577C-2A3B-EE42-E25AFF9D8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0EB1-4C94-DA10-10FE-1E7090F42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68E6A-1F87-4315-ACA2-A4154719C0FF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851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2875B-8D3D-1E11-5DE7-9F7E1A897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9155"/>
            <a:ext cx="9144000" cy="2387600"/>
          </a:xfrm>
        </p:spPr>
        <p:txBody>
          <a:bodyPr/>
          <a:lstStyle/>
          <a:p>
            <a:r>
              <a:rPr lang="de-DE" dirty="0"/>
              <a:t>Machine Learning Pattern Classification - Challenge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E2FF6-928A-B3B7-C3E1-C1035D92C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Temporal Frameworks</a:t>
            </a:r>
          </a:p>
          <a:p>
            <a:endParaRPr lang="de-DE" dirty="0"/>
          </a:p>
          <a:p>
            <a:r>
              <a:rPr lang="de-DE" dirty="0"/>
              <a:t>Sebastian Pichler &amp; Laurin Siebert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336297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FCD8-B70F-134A-44B1-A895D38B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Architecture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0F184-DB44-D282-0007-1C6F0C06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9326" cy="4351338"/>
          </a:xfrm>
        </p:spPr>
        <p:txBody>
          <a:bodyPr/>
          <a:lstStyle/>
          <a:p>
            <a:r>
              <a:rPr lang="de-DE" dirty="0"/>
              <a:t>Trained on 420 Feature Dimensions</a:t>
            </a:r>
          </a:p>
          <a:p>
            <a:r>
              <a:rPr lang="de-DE" dirty="0"/>
              <a:t>Multi-label setup via independent binary classifiers</a:t>
            </a:r>
          </a:p>
          <a:p>
            <a:r>
              <a:rPr lang="de-DE" dirty="0"/>
              <a:t>Class specific positive weighting</a:t>
            </a:r>
          </a:p>
          <a:p>
            <a:r>
              <a:rPr lang="de-DE" dirty="0"/>
              <a:t>Temporal smoothing as post-processing via Median Filtering with a (3,1)-sized Kernel</a:t>
            </a:r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E6E10-F924-9DC7-AE17-0020A461C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526" y="-1"/>
            <a:ext cx="350195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2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8099-7A0A-8E1E-4475-B727C503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Investigated Hypotheses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DDA2-7D71-DCA2-774C-4AE58D5E5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Autofit/>
          </a:bodyPr>
          <a:lstStyle/>
          <a:p>
            <a:r>
              <a:rPr lang="de-DE" dirty="0"/>
              <a:t>Event duration strongly affects detection performance </a:t>
            </a:r>
          </a:p>
          <a:p>
            <a:pPr lvl="3"/>
            <a:r>
              <a:rPr lang="de-DE" dirty="0"/>
              <a:t>Long stationary sounds consistently achieve highest performance</a:t>
            </a:r>
          </a:p>
          <a:p>
            <a:pPr lvl="3"/>
            <a:r>
              <a:rPr lang="de-DE" dirty="0"/>
              <a:t>Short trainsient sounds are averaged out in 1s windows and a median filtering with a larger kernel 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A86B1-E17F-AF8C-87D0-C595E5367D48}"/>
              </a:ext>
            </a:extLst>
          </p:cNvPr>
          <p:cNvSpPr txBox="1"/>
          <p:nvPr/>
        </p:nvSpPr>
        <p:spPr>
          <a:xfrm>
            <a:off x="838198" y="3286125"/>
            <a:ext cx="105155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Acoustic distinctiveness matters more than frequency alone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de-DE" dirty="0"/>
              <a:t>Although light switch is a rare and short sound event using this model structure it became well detectable</a:t>
            </a:r>
            <a:endParaRPr lang="en-1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3BB6A-0FDA-EF67-1738-7AE43AC742C6}"/>
              </a:ext>
            </a:extLst>
          </p:cNvPr>
          <p:cNvSpPr txBox="1"/>
          <p:nvPr/>
        </p:nvSpPr>
        <p:spPr>
          <a:xfrm>
            <a:off x="838198" y="4498280"/>
            <a:ext cx="1051559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Median filtering improves robustness of the prediction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de-DE" dirty="0"/>
              <a:t>A larger Kernel size correlates with higher recall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de-DE" dirty="0"/>
              <a:t>The sweetspot does not lose precision, but still gains robustness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de-DE" dirty="0"/>
              <a:t>Removes isolated noise and fills gaps for sustained events</a:t>
            </a:r>
          </a:p>
        </p:txBody>
      </p:sp>
    </p:spTree>
    <p:extLst>
      <p:ext uri="{BB962C8B-B14F-4D97-AF65-F5344CB8AC3E}">
        <p14:creationId xmlns:p14="http://schemas.microsoft.com/office/powerpoint/2010/main" val="3478177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B55A-5702-EEBD-1C8C-AE84EF203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Conclusion Summary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6844A-97E0-CA46-81A0-575C8779C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XGBoost significantly outperforms the baseline</a:t>
            </a:r>
          </a:p>
          <a:p>
            <a:r>
              <a:rPr lang="de-DE" dirty="0"/>
              <a:t>Class (specific) weighting helps rare events</a:t>
            </a:r>
          </a:p>
          <a:p>
            <a:r>
              <a:rPr lang="de-DE" dirty="0"/>
              <a:t>Accoustic distinctiveness is more important than raw frequency</a:t>
            </a:r>
          </a:p>
          <a:p>
            <a:r>
              <a:rPr lang="de-DE" dirty="0"/>
              <a:t>Temporal smoothing removes prediction noise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26057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99FA-F73F-8343-7930-02C4BFA33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de-DE" dirty="0"/>
              <a:t>Limitations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396F8-3B4B-3F5F-E494-6B03DEE9D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e-DE" dirty="0"/>
              <a:t>Too large hop size / temporal resolution for short events</a:t>
            </a:r>
          </a:p>
          <a:p>
            <a:r>
              <a:rPr lang="de-DE" dirty="0"/>
              <a:t>Confusion between similar events. E.g. door_, wardrobe_drawer_ and window_open_close</a:t>
            </a:r>
          </a:p>
          <a:p>
            <a:r>
              <a:rPr lang="de-DE" dirty="0"/>
              <a:t>Independent classifiers ignore inter class correlations</a:t>
            </a:r>
            <a:endParaRPr lang="en-1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D8BD18-8209-B156-A334-E3898B36CC9D}"/>
              </a:ext>
            </a:extLst>
          </p:cNvPr>
          <p:cNvSpPr txBox="1"/>
          <p:nvPr/>
        </p:nvSpPr>
        <p:spPr>
          <a:xfrm>
            <a:off x="6096000" y="643185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dirty="0">
                <a:latin typeface="+mj-lt"/>
              </a:rPr>
              <a:t>Future Directions</a:t>
            </a:r>
            <a:endParaRPr lang="en-150" sz="4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9617B-29D0-16D5-480C-37A0618AE783}"/>
              </a:ext>
            </a:extLst>
          </p:cNvPr>
          <p:cNvSpPr txBox="1"/>
          <p:nvPr/>
        </p:nvSpPr>
        <p:spPr>
          <a:xfrm>
            <a:off x="6096000" y="1825625"/>
            <a:ext cx="5257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Shorter frame hop size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Learn audio embeddings to differentiate nonlinear clusters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CRNN / Transformer based SED models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dirty="0"/>
              <a:t>Multi-label architecture to detect co-occurence</a:t>
            </a:r>
            <a:endParaRPr lang="en-150" sz="2800" dirty="0"/>
          </a:p>
        </p:txBody>
      </p:sp>
    </p:spTree>
    <p:extLst>
      <p:ext uri="{BB962C8B-B14F-4D97-AF65-F5344CB8AC3E}">
        <p14:creationId xmlns:p14="http://schemas.microsoft.com/office/powerpoint/2010/main" val="274485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226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Machine Learning Pattern Classification - Challenge</vt:lpstr>
      <vt:lpstr>Model Architecture</vt:lpstr>
      <vt:lpstr>Investigated Hypotheses</vt:lpstr>
      <vt:lpstr>Conclusion Summary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Laurin Siebert</dc:creator>
  <cp:lastModifiedBy>Laurin Siebert</cp:lastModifiedBy>
  <cp:revision>1</cp:revision>
  <dcterms:created xsi:type="dcterms:W3CDTF">2026-06-14T06:57:59Z</dcterms:created>
  <dcterms:modified xsi:type="dcterms:W3CDTF">2026-06-14T07:38:37Z</dcterms:modified>
</cp:coreProperties>
</file>